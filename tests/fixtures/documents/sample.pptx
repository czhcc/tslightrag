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s10"/>
    <p:sldId id="257" r:id="s2"/>
  </p:sldIdLst>
</p:presentation>
</file>

<file path=ppt/_rels/presentation.xml.rels><Relationships xmlns="http://schemas.openxmlformats.org/package/2006/relationships"><Relationship Id="s10" Type="http://schemas.openxmlformats.org/officeDocument/2006/relationships/slide" Target="slides/slide10.xml"/><Relationship Id="s2" Type="http://schemas.openxmlformats.org/officeDocument/2006/relationships/slide" Target="slides/slide2.xml"/></Relationships>
</file>

<file path=ppt/slides/slide2.xml><?xml version="1.0" encoding="utf-8"?>
<p:sld xmlns:p="http://schemas.openxmlformats.org/presentationml/2006/main" xmlns:a="http://schemas.openxmlformats.org/drawingml/2006/main">
  <p:cSld>
    <p:spTree>
      <p:grpSp>
        <p:sp>
          <p:txBody>
            <a:bodyPr/>
            <a:lstStyle/>
            <a:p>
              <a:r>
                <a:t>第二张 中文 🧮</a:t>
              </a:r>
            </a:p>
          </p:txBody>
        </p:sp>
      </p:grpSp>
      <p:graphicFrame>
        <a:graphic>
          <a:graphicData>
            <a:tbl>
              <a:tr>
                <a:tc>
                  <a:txBody>
                    <a:p>
                      <a:r>
                        <a:t>表格证据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sp>
        <p:txBody>
          <a:bodyPr/>
          <a:lstStyle/>
          <a:p>
            <a:r>
              <a:t>第十张</a:t>
            </a:r>
          </a:p>
        </p:txBody>
      </p:sp>
    </p:spTree>
  </p:cSld>
</p:sld>
</file>